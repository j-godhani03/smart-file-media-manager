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Smart File &amp; Media 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9339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0">
                <a:solidFill>
                  <a:srgbClr val="2F3D4C"/>
                </a:solidFill>
                <a:latin typeface="Aptos"/>
              </a:defRPr>
            </a:pPr>
            <a:r>
              <a:t>An easy-to-use desktop application for exploring local files without opening each one individually.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75887"/>
            <a:ext cx="3547872" cy="1444752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9136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63657"/>
                </a:solidFill>
                <a:latin typeface="Aptos"/>
              </a:defRPr>
            </a:pPr>
            <a:r>
              <a:t>File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E6E7F"/>
                </a:solidFill>
                <a:latin typeface="Aptos"/>
              </a:defRPr>
            </a:pPr>
            <a:r>
              <a:t>Scan folders and read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3675887"/>
            <a:ext cx="3547872" cy="1444752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39136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63657"/>
                </a:solidFill>
                <a:latin typeface="Aptos"/>
              </a:defRPr>
            </a:pPr>
            <a:r>
              <a:t>Useful previews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4370832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E6E7F"/>
                </a:solidFill>
                <a:latin typeface="Aptos"/>
              </a:defRPr>
            </a:pPr>
            <a:r>
              <a:t>Text, image and audio playback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4463" y="3675887"/>
            <a:ext cx="3547872" cy="1444752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3063" y="39136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63657"/>
                </a:solidFill>
                <a:latin typeface="Aptos"/>
              </a:defRPr>
            </a:pPr>
            <a:r>
              <a:t>Responsive 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3" y="4370832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E6E7F"/>
                </a:solidFill>
                <a:latin typeface="Aptos"/>
              </a:defRPr>
            </a:pPr>
            <a:r>
              <a:t>Background scanning, progress and cancel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What the application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F3D4C"/>
                </a:solidFill>
                <a:latin typeface="Aptos"/>
              </a:defRPr>
            </a:pPr>
            <a:r>
              <a:t>Browse a local folder and optionally include subfolders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977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9192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F3D4C"/>
                </a:solidFill>
                <a:latin typeface="Aptos"/>
              </a:defRPr>
            </a:pPr>
            <a:r>
              <a:t>View names, categories, sizes, modification dates and locations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38727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38144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F3D4C"/>
                </a:solidFill>
                <a:latin typeface="Aptos"/>
              </a:defRPr>
            </a:pPr>
            <a:r>
              <a:t>Search/filter results and export visible rows to CSV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9768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97096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F3D4C"/>
                </a:solidFill>
                <a:latin typeface="Aptos"/>
              </a:defRPr>
            </a:pPr>
            <a:r>
              <a:t>Preview common image, text and audio files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56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56048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2F3D4C"/>
                </a:solidFill>
                <a:latin typeface="Aptos"/>
              </a:defRPr>
            </a:pPr>
            <a:r>
              <a:t>Monitor or cancel background scans without freezing the window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PYQT6 GUI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Interface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01952"/>
            <a:ext cx="10826496" cy="361188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2212848"/>
            <a:ext cx="10222992" cy="338328"/>
          </a:xfrm>
          <a:prstGeom prst="roundRect">
            <a:avLst/>
          </a:prstGeom>
          <a:solidFill>
            <a:srgbClr val="E0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219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163657"/>
                </a:solidFill>
                <a:latin typeface="Aptos"/>
              </a:defRPr>
            </a:pPr>
            <a:r>
              <a:t>Folder:  C:\Users\Student\Documents                        [ Browse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34056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3D4C"/>
                </a:solidFill>
                <a:latin typeface="Aptos"/>
              </a:defRPr>
            </a:pPr>
            <a:r>
              <a:t>[x] Include subfolders   [ Scan Folder ]  [ Cancel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9544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3D4C"/>
                </a:solidFill>
                <a:latin typeface="Aptos"/>
              </a:defRPr>
            </a:pPr>
            <a:r>
              <a:t>Search:  [______________]       Category: [All Files 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8408" y="3685032"/>
            <a:ext cx="673912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09560" y="3685032"/>
            <a:ext cx="310896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3794760"/>
            <a:ext cx="63093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2F3D4C"/>
                </a:solidFill>
                <a:latin typeface="Aptos"/>
              </a:defRPr>
            </a:pPr>
            <a:r>
              <a:t>NAME             CATEGORY        SIZE      MODIFIED</a:t>
            </a:r>
          </a:p>
          <a:p>
            <a:pPr>
              <a:defRPr sz="1300" b="0">
                <a:solidFill>
                  <a:srgbClr val="2F3D4C"/>
                </a:solidFill>
                <a:latin typeface="Aptos"/>
              </a:defRPr>
            </a:pPr>
            <a:r>
              <a:t>photo.png           Images          3.2 MB      2026-10-29</a:t>
            </a:r>
          </a:p>
          <a:p>
            <a:pPr>
              <a:defRPr sz="1300" b="0">
                <a:solidFill>
                  <a:srgbClr val="2F3D4C"/>
                </a:solidFill>
                <a:latin typeface="Aptos"/>
              </a:defRPr>
            </a:pPr>
            <a:r>
              <a:t>notes.txt             Documents       4 KB        2026-10-29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1583" y="3794760"/>
            <a:ext cx="267004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2F3D4C"/>
                </a:solidFill>
                <a:latin typeface="Aptos"/>
              </a:defRPr>
            </a:pPr>
            <a:r>
              <a:t>FILE PREVIEW</a:t>
            </a:r>
          </a:p>
          <a:p>
            <a:pPr>
              <a:defRPr sz="1400" b="0">
                <a:solidFill>
                  <a:srgbClr val="2F3D4C"/>
                </a:solidFill>
                <a:latin typeface="Aptos"/>
              </a:defRPr>
            </a:pPr>
            <a:r>
              <a:t>Metadata and preview</a:t>
            </a:r>
          </a:p>
          <a:p>
            <a:pPr>
              <a:defRPr sz="1400" b="0">
                <a:solidFill>
                  <a:srgbClr val="2F3D4C"/>
                </a:solidFill>
                <a:latin typeface="Aptos"/>
              </a:defRPr>
            </a:pPr>
            <a:r>
              <a:t>Play • Pause • 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0585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70A3"/>
                </a:solidFill>
                <a:latin typeface="Aptos"/>
              </a:defRPr>
            </a:pPr>
            <a:r>
              <a:t>Designed around the main workflow: choose → scan → inspect → export.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CODE ORGANISATION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MVC-style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48256"/>
            <a:ext cx="3520440" cy="25146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6771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170A3"/>
                </a:solidFill>
                <a:latin typeface="Aptos"/>
              </a:defRPr>
            </a:pPr>
            <a: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78892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3657"/>
                </a:solidFill>
                <a:latin typeface="Aptos"/>
              </a:defRPr>
            </a:pPr>
            <a:r>
              <a:t>models.py / scanner.py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273552"/>
            <a:ext cx="304495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3D4C"/>
                </a:solidFill>
                <a:latin typeface="Aptos"/>
              </a:defRPr>
            </a:pPr>
            <a:r>
              <a:t>Records, categories, filtering, file I/O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98848" y="2048256"/>
            <a:ext cx="3520440" cy="25146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26771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170A3"/>
                </a:solidFill>
                <a:latin typeface="Aptos"/>
              </a:defRPr>
            </a:pPr>
            <a:r>
              <a:t>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78892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3657"/>
                </a:solidFill>
                <a:latin typeface="Aptos"/>
              </a:defRPr>
            </a:pPr>
            <a:r>
              <a:t>controller.py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273552"/>
            <a:ext cx="304495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3D4C"/>
                </a:solidFill>
                <a:latin typeface="Aptos"/>
              </a:defRPr>
            </a:pPr>
            <a:r>
              <a:t>Actions, validation, exports, worker lifecycle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9328" y="2048256"/>
            <a:ext cx="3520440" cy="25146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2267712"/>
            <a:ext cx="31272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2170A3"/>
                </a:solidFill>
                <a:latin typeface="Aptos"/>
              </a:defRPr>
            </a:pPr>
            <a:r>
              <a:t>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2788920"/>
            <a:ext cx="31272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3657"/>
                </a:solidFill>
                <a:latin typeface="Aptos"/>
              </a:defRPr>
            </a:pPr>
            <a:r>
              <a:t>view.py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3273552"/>
            <a:ext cx="304495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2F3D4C"/>
                </a:solidFill>
                <a:latin typeface="Aptos"/>
              </a:defRPr>
            </a:pPr>
            <a:r>
              <a:t>Widgets, previews, progress and notifications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" y="5074920"/>
            <a:ext cx="10332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63657"/>
                </a:solidFill>
                <a:latin typeface="Aptos"/>
              </a:defRPr>
            </a:pPr>
            <a:r>
              <a:t>ScanWorker runs in QThread and reports to the controller through Qt signals.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ADVANCED PROGRAMMING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Concurrency and thread safety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A QThread worker scans directories and reads metadata off the GUI thread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977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9192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Signals safely transfer progress, results and completion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38727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38144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A threading.Event carries cancellation requests across threads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9768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97096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The controller updates GUI state on the main thread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56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56048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Closing during scanning requests cancellation before exit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USER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Multimedia and file export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QMediaPlayer and QAudioOutput support audio preview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977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9192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QSoundEffect plays a short sound after successful scanning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38727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38144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QPixmap displays supported image formats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9768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97096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Text previews read a limited number of characters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56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56048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CSV export protects untrusted filenames from spreadsheet formulas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REAL PACKAGE DEMO 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Performance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10698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63657"/>
                </a:solidFill>
                <a:latin typeface="Aptos"/>
              </a:defRPr>
            </a:pPr>
            <a:r>
              <a:t>800 local test files • 3 repeats • 4 workers • Linux assembly environment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2706624"/>
            <a:ext cx="5230368" cy="16002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895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70A3"/>
                </a:solidFill>
                <a:latin typeface="Aptos"/>
              </a:defRPr>
            </a:pPr>
            <a:r>
              <a:t>SEQUENTIAL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3346704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3657"/>
                </a:solidFill>
                <a:latin typeface="Aptos"/>
              </a:defRPr>
            </a:pPr>
            <a:r>
              <a:t>0.0067 seconds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2706624"/>
            <a:ext cx="5230368" cy="1600200"/>
          </a:xfrm>
          <a:prstGeom prst="roundRect">
            <a:avLst/>
          </a:prstGeom>
          <a:solidFill>
            <a:srgbClr val="EFF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889504"/>
            <a:ext cx="4663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70A3"/>
                </a:solidFill>
                <a:latin typeface="Aptos"/>
              </a:defRPr>
            </a:pPr>
            <a:r>
              <a:t>THREADED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3657"/>
                </a:solidFill>
                <a:latin typeface="Aptos"/>
              </a:defRPr>
            </a:pPr>
            <a:r>
              <a:t>0.0484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681728"/>
            <a:ext cx="107442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Threading was slower for very small cached metadata operations: overhead outweighed gains.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5458968"/>
            <a:ext cx="107442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170A3"/>
                </a:solidFill>
                <a:latin typeface="Aptos"/>
              </a:defRPr>
            </a:pPr>
            <a:r>
              <a:t>Amdahl illustration: P = 0.85, N = 4 → theoretical upper speed-up ≈ 2.76×.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Testing and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30 automated tests passed: models, scanners, previews and benchmark logic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977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9192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Tests cover normal, empty, boundary, invalid and exceptional conditions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38727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38144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Planned manual checks: navigation, audio, progress, cancel/restart, error dialogs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9768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97096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Git commit history and example branches supplied for continued development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56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56048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Windows GUI testing and build screenshots must still be added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SUBMISSION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Delivery and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Source code, tests, report, benchmark CSV, README and slide deck supplied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977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9192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run_windows.bat installs PyQt6 and opens the desktop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38727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38144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build_windows.bat prepares a PyInstaller onedir distribution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9768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97096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Run and document actual GUI/manual tests and Windows executable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56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56048"/>
            <a:ext cx="1014984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Record personal Git activity, then demonstrate the finished app in class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217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1325880" cy="64008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" y="594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170A3"/>
                </a:solidFill>
                <a:latin typeface="Aptos"/>
              </a:defRPr>
            </a:pPr>
            <a:r>
              <a:t>STRENGTHS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" y="93268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100" b="1">
                <a:solidFill>
                  <a:srgbClr val="163657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" y="6327648"/>
            <a:ext cx="11128248" cy="16459"/>
          </a:xfrm>
          <a:prstGeom prst="roundRect">
            <a:avLst/>
          </a:prstGeom>
          <a:solidFill>
            <a:srgbClr val="D4E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" y="6419088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E6E7F"/>
                </a:solidFill>
                <a:latin typeface="Aptos"/>
              </a:defRPr>
            </a:pPr>
            <a:r>
              <a:t>SMART FILE &amp; MEDIA MANAGER  •  PYTHON + PyQt6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E6E7F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020824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920240"/>
            <a:ext cx="10149840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Strengths: clean separation, safe cancellation, clear metadata display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0632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670048"/>
            <a:ext cx="10149840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Limits: in-memory table scales poorly to very large directories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520440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19856"/>
            <a:ext cx="10149840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Limits: audio codec support varies between operating systems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4270248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69664"/>
            <a:ext cx="10149840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Possible improvements: thumbnails, SQLite indexing and paged file models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5020056"/>
            <a:ext cx="100584" cy="100584"/>
          </a:xfrm>
          <a:prstGeom prst="roundRect">
            <a:avLst/>
          </a:prstGeom>
          <a:solidFill>
            <a:srgbClr val="22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4919472"/>
            <a:ext cx="10149840" cy="713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F3D4C"/>
                </a:solidFill>
                <a:latin typeface="Aptos"/>
              </a:defRPr>
            </a:pPr>
            <a:r>
              <a:t>Technical sources: Qt 6 docs, Python docs and PyInstaller 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